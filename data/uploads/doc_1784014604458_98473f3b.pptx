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>
        <p:scale>
          <a:sx n="54" d="100"/>
          <a:sy n="54" d="100"/>
        </p:scale>
        <p:origin x="56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7C98C-9714-965F-B117-2AA46E016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CCB6C-D66E-0F0E-6380-275DDF9AA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28192-FA3F-8177-F50B-9902DD7D9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D4A32-0150-4A69-8692-76470C8082A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7D4D9-0747-654C-AF75-B4BF0C57D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0DC91-DE72-111D-B21E-240749D64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02C1-50A5-4100-AD2E-ECD64B12D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4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BBBC-A092-849C-E3E1-C69FA907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2B955-F739-7A71-0056-45E08E1BC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7C66D-1161-4D9D-3728-00EF7EBF9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D4A32-0150-4A69-8692-76470C8082A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529CA-2F28-BD34-328B-16C1C8709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EB3CE-96BD-65BC-6685-559EEBC2F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02C1-50A5-4100-AD2E-ECD64B12D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4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7D79F-490B-D220-03BD-4C491B5B6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30D25-CDA9-8521-4EB8-CE2519FB2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74B81-2857-B8DA-DCE4-051297172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D4A32-0150-4A69-8692-76470C8082A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7B9A2-DD9A-D847-96D0-AA4C22B8F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D8290-4900-2EB3-8DD1-363F50DB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02C1-50A5-4100-AD2E-ECD64B12D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0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2C06-433E-0831-EB6A-5B7B61A02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CB869-F6E2-5D25-3EC0-25616E7A8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27C716-AFF3-88A1-41FD-741A26D3A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0832B-7D8A-DCC5-BACC-859A58320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D4A32-0150-4A69-8692-76470C8082A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D8A01-9E63-E037-8C22-6DDB709BC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0A487-10F5-92FE-B3B7-1629FEA1B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02C1-50A5-4100-AD2E-ECD64B12D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55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BDA93-65BC-764C-6188-08EF0D94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05263-01DE-F275-6532-E06A2CE68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FCBDE-3910-85FC-A23A-01571ABC0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00F761-CEE0-0816-4A31-B24249B75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D7AFE1-04F6-86C7-1244-3A041938DC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C7C1F4-FBCF-1F65-BB3B-02FF1F0F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D4A32-0150-4A69-8692-76470C8082A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3759CD-1E37-F2D5-31DE-CF768E520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2FFE7F-F3F8-341E-57A6-F45B4C493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02C1-50A5-4100-AD2E-ECD64B12D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8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9A363-3F5B-DC74-0087-5A533C8A7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9836F1-214F-CAA6-918F-8B31B5FF4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D4A32-0150-4A69-8692-76470C8082A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21B1C-9A59-7E44-27C3-74BB0C40A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1EBBA-4360-5BE7-AFB9-4382AB99F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02C1-50A5-4100-AD2E-ECD64B12D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362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9C283B-6173-06CC-AF30-0DD84EF9C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D4A32-0150-4A69-8692-76470C8082A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13D90-000A-86B7-5680-7ECBE593C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7C620-1FDA-11B2-41C4-CBC52E25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02C1-50A5-4100-AD2E-ECD64B12D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59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9D2A6-D6EE-9E1E-3D54-E2405BF3B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1CAC2-7DBC-474C-147D-129A55350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898EB-1741-7BEE-51D9-1995F5066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B0885-E6C0-0AB8-03F8-DD9C4A341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D4A32-0150-4A69-8692-76470C8082A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A102C-9194-AFB6-7A9B-1A87E773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90F7B-3667-E96F-4037-8DBED94E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02C1-50A5-4100-AD2E-ECD64B12D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9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F0438-84C1-A4E8-D663-81460107A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79D491-58FF-D7FC-C438-96F4801CB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4F943-2961-C9B6-7E50-0006FAC1A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8EC8F-1D4D-A5B7-E43F-A522DEE05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D4A32-0150-4A69-8692-76470C8082A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02BAD-C7D0-9288-B819-2502AFE7C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A79CE-DBF4-EFBE-43E9-AA9D5D7D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02C1-50A5-4100-AD2E-ECD64B12D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9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20DD-C6B6-44DA-113D-7DB6E54D3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047C7-CF82-4226-3FF1-AF8E5AFB0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09BB0-0303-6CEF-E31F-DC72018D4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D4A32-0150-4A69-8692-76470C8082A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18959-C7BC-A1DA-90B8-42D1B62CC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890E0-80B6-1FA2-8840-A6BE75FDC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02C1-50A5-4100-AD2E-ECD64B12D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85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91B9F8-B098-6409-7B86-304DED5E6C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16761-7F1A-DA80-62AA-A89029A6B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3360B-FE40-8422-127E-CF6B1A625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D4A32-0150-4A69-8692-76470C8082A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4E051-0963-8836-B4FB-EC687ECF6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C12C7-5419-F8C3-F19A-D47F178A8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02C1-50A5-4100-AD2E-ECD64B12D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07552-747B-C909-6320-3EF02095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7C999-D03F-7470-EEEE-234C35FFB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3C9EB-D1BF-8AF5-3C00-439A7928F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D4A32-0150-4A69-8692-76470C8082A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59101-B6D5-9AA9-7750-1CED89AF1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6F27E-3A88-CD3C-DC25-6338F0562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02C1-50A5-4100-AD2E-ECD64B12D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2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08751-2254-EF60-38AF-43D5C25D4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94736-7700-0923-0ED5-C9B4A6EE88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A8C1D86-F309-8C87-3AD6-D210E3BC0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882EE76-26F6-B96A-3D57-C2EB43752B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598" y="-2488029"/>
            <a:ext cx="3732044" cy="248802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65DF0D8-B2AD-5F10-98BA-C3C360013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062" y="-2527184"/>
            <a:ext cx="2263073" cy="226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448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4513-A5C4-DBD3-0FB7-9B4EF2A3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DD4939-CDB7-7BFD-689C-750AC5F3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77933C-CF07-578E-1F02-5742CD9D1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80A64F-5FDB-77DF-DB96-813D5006C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7BEA957-790A-FE5B-FBCE-61963C68E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243" y="-6325468"/>
            <a:ext cx="10287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C009175-ECE1-0AE7-F9AF-BADF2F23DA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4329" y="-6290562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889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57167-ADCC-12F8-B0C7-95698B0F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225AC0-43D1-B9ED-B82D-5B756335D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D3ABB1-28BA-43DE-A8EA-54BA55B1A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5476F4-608F-FEE2-B2B7-ECBB89322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63"/>
          <a:stretch>
            <a:fillRect/>
          </a:stretch>
        </p:blipFill>
        <p:spPr>
          <a:xfrm>
            <a:off x="0" y="-14288"/>
            <a:ext cx="12222956" cy="687228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5E85EEA-F288-AABA-2E93-C67F30AB1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243" y="-6325468"/>
            <a:ext cx="10287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2F6D59B-DE98-BC3F-183A-4289B89560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4329" y="-6290562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46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43FF-82D6-9CD2-6D4C-FF3B8D37E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74DF4-C49B-469B-B374-7876CAA28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C4338DAA-EEA5-C089-7649-465C7AB97EF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5" t="27907" r="7785"/>
          <a:stretch>
            <a:fillRect/>
          </a:stretch>
        </p:blipFill>
        <p:spPr>
          <a:xfrm>
            <a:off x="0" y="0"/>
            <a:ext cx="12192000" cy="69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17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ADFD2F-E20C-44C8-F69E-198049852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27D9C-3F5B-2DF0-9140-9E9515C50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0D97EAE-6A84-B190-AB14-8DFA28253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91"/>
          <a:stretch>
            <a:fillRect/>
          </a:stretch>
        </p:blipFill>
        <p:spPr>
          <a:xfrm>
            <a:off x="-9525" y="0"/>
            <a:ext cx="12201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69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0B683-C810-A02B-91F7-9E9788909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D3DAAA-8291-6BB3-EABE-3AB6BE24F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5C0C5B-C30D-2247-0906-0AB60D348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BCA857-466B-2A9B-BDF0-4CE5C9E25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4"/>
            <a:ext cx="12172950" cy="81153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0595AB2-4268-32A0-1595-36BBACA95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20" t="58931" r="31386"/>
          <a:stretch>
            <a:fillRect/>
          </a:stretch>
        </p:blipFill>
        <p:spPr>
          <a:xfrm>
            <a:off x="5476720" y="4660776"/>
            <a:ext cx="1843629" cy="127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836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9D309A-5685-4FD4-967C-44160A54ECAC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Albuali</dc:creator>
  <cp:lastModifiedBy>Mohammad Albuali</cp:lastModifiedBy>
  <cp:revision>2</cp:revision>
  <dcterms:created xsi:type="dcterms:W3CDTF">2026-04-28T16:51:22Z</dcterms:created>
  <dcterms:modified xsi:type="dcterms:W3CDTF">2026-04-28T16:55:06Z</dcterms:modified>
</cp:coreProperties>
</file>